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7c519f6-c280-aa99-9946-1d25f6096209}">
          <p14:sldIdLst>
            <p14:sldId id="256"/>
          </p14:sldIdLst>
        </p14:section>
        <p14:section name="Review" id="{c86c0532-e60e-7a10-e0d5-cd5c189d8113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clusion" id="{7c088212-9971-12c9-0633-41734651a924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n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713232" cy="704088"/>
          </a:xfrm>
          <a:prstGeom prst="rect">
            <a:avLst/>
          </a:prstGeom>
        </p:spPr>
      </p:pic>
      <p:pic>
        <p:nvPicPr>
          <p:cNvPr id="3" name="Image 1" descr="/home/claude/work/kr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64592"/>
            <a:ext cx="713232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65760" y="48463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08080"/>
                </a:solidFill>
              </a:rPr>
              <a:t>CGB1201 - Java Programming  |  Queue Management System for College Services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n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713232" cy="704088"/>
          </a:xfrm>
          <a:prstGeom prst="rect">
            <a:avLst/>
          </a:prstGeom>
        </p:spPr>
      </p:pic>
      <p:pic>
        <p:nvPicPr>
          <p:cNvPr id="3" name="Image 1" descr="/home/claude/work/kr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64592"/>
            <a:ext cx="713232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JGZwePyTRB2RTDMAPGuhK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K.RAMAKRISHNAN COLLEGE OF TECHNOLOGY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(AUTONOMOUS), TRICHY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QUEUE MANAGEMENT SYSTEM FOR COLLEGE SERVICES USING JAVA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CGB1201 - JAVA PROGRAMMING  |  MINI PROJECT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PRESENTED BY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[REGISTER NO.] - [TEAM MEMBER 1 NAME]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[REGISTER NO.] - [TEAM MEMBER 2 NAME]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[REGISTER NO.] - [TEAM MEMBER 3 NAME]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GUIDED BY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[FACULTY NAME, QUALIFICATION]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[DESIGNATION / DEPARTMENT]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Long, crowded queues: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students wait physically at the office, library, fees section and certificate counters.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fair order: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queue jumping and arguments happen because there is no token or fixed sequence.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waiting-time information: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students cannot know their position or how long they must wait, so class time is wasted.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Urgent cases not handled: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senior citizens, differently-abled students and emergencies get no systematic priority.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 records for staff: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waiting time, service time and daily load are never measured for better planning.</a:t>
            </a:r>
            <a:endParaRPr lang="en-US" sz="1400" dirty="0"/>
          </a:p>
        </p:txBody>
      </p:sp>
      <p:sp>
        <p:nvSpPr>
          <p:cNvPr id="4" name="Problem statement card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How can we build a simple Java application that gives every student a token, </a:t>
            </a:r>
            <a:pPr indent="0" marL="0">
              <a:buNone/>
            </a:pPr>
            <a:r>
              <a:rPr lang="en-US" sz="1300" b="1" i="1" dirty="0">
                <a:solidFill>
                  <a:schemeClr val="accent3"/>
                </a:solidFill>
              </a:rPr>
              <a:t>serves students in an organised order and shows live waiting information, so that waiting time and crowding in college services are reduced?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 develop a Java-based queue management system that organises student queues for college services, reduces waiting time and removes crowding.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Provide one platform with separate queues for Office, Library, Fees Section, Certificates and Administrative Services.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Issue a unique token number (such as L-004) to each student on registration and login.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Serve students in an organised order: first come first served, with priority tokens first.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Show every student the live position and estimated waiting time.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Give staff simple controls to call next, complete or skip tokens, and show a public 'Now Serving' board.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Store data permanently and give daily statistics for better service planning.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566160"/>
                <a:gridCol w="2377440"/>
                <a:gridCol w="21031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No.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Work done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Limitation / gap</a:t>
                      </a:r>
                      <a:endParaRPr lang="en-US" sz="100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GovQueue: A Queue Management and Token Generation System for Public Offices. Int. J. for Multidisciplinary Research (IJFMR).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Online token generation, live queue tracking and counter assignment using FCFS scheduling.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Built for public offices; not designed for several college service counters.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N. Muskan, A. Ahmed S., N. Kavya, S. Afnan. Virtual Queue Management System with Application to Admission Processes. Iconic Res. &amp; Eng. Journals, Vol. 9, Issue 6, 2025.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Flask web application with tokens and real-time queue tracking for admissions.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Limited to the admission process only.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G. S. Espinosa, M. R. Serrano, H. A. Balmes. Automated Enrollment Queueing System in a University. MSEUF Research Studies, Vol. 21.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Enrollment queueing software to shorten waiting lines and avoid noisy name calling.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Covers enrollment only; no other campus services.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R. Reina, J. B. Gautama. Queue information system framework for the Student Service Center, Binus University. ComTech, Vol. 5, No. 2, 2014.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Framework to show queue number and queue history to students at a service centre.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Framework-level design; no ready desktop tool or priority handling.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D. E. Aroba. Investigating a Virtual Queueing System, Durban University of Technology case study, 2024.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Studies virtual queues to cut physical waiting using real-time updates and analytics.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Research study with recommendations, not a ready college tool.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Gap: no lightweight Java tool covers all college services with priority tokens, a live display board and wait-time estimation. The proposed system fills it.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60857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All reference links: </a:t>
            </a:r>
            <a:pPr indent="0" marL="0">
              <a:buNone/>
            </a:pPr>
            <a:r>
              <a:rPr lang="en-US" sz="1000" u="sng" dirty="0">
                <a:solidFill>
                  <a:srgbClr val="0000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https://claude.ai/artifact/JGZwePyTRB2RTDMAPGuhKM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3" name="Left head"/>
          <p:cNvSpPr/>
          <p:nvPr/>
        </p:nvSpPr>
        <p:spPr>
          <a:xfrm>
            <a:off x="457200" y="1051560"/>
            <a:ext cx="4023360" cy="4114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How it works today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Students stand in a physical line at each counter.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Paper slips, registers or verbal order decide who is next.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Staff call names aloud in a crowded hall.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service works separately, with no common system.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Commercial token machines need special hardware or paid subscriptions.</a:t>
            </a:r>
            <a:endParaRPr lang="en-US" sz="1400" dirty="0"/>
          </a:p>
        </p:txBody>
      </p:sp>
      <p:sp>
        <p:nvSpPr>
          <p:cNvPr id="6" name="Right head"/>
          <p:cNvSpPr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0020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Long waiting time and crowding.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Unfair order and queue jumping.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position or waiting-time information.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priority for senior or urgent cases.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data about waiting time or daily load.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cost and complex setup for small colleges.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01168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51560"/>
            <a:ext cx="201168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Student | Staff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2011680" cy="26974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11680"/>
            <a:ext cx="182880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Technology Used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Java 21 (JDK)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Java Swing (Nimbus)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Java NIO file I/O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SHA-256 hashing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Eclipse 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417320"/>
            <a:ext cx="36576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43200" y="10515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0515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Presentation Layer (Java Swing GUI)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LoginPanel, StudentPanel, StaffPanel, DisplayBoard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783080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19659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9659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Business Logic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QueueService: login, register, issue token, priority order, call next, complete / skip, wait estimate, statistics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2697480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43200" y="28803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8803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Access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DataStore: reads and writes records (can be replaced by JDBC / MySQL)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611880"/>
            <a:ext cx="0" cy="18288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743200" y="3794760"/>
            <a:ext cx="6035040" cy="7315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3794760"/>
            <a:ext cx="603504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Data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users.txt, tokens.txt (token records with status and timestamps)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desktop Java application where every student gets a token, waits with live information and is called in order by staff.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Student logs 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19072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83664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83664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Selects a service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45536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10128" y="1600200"/>
            <a:ext cx="1261872" cy="868680"/>
          </a:xfrm>
          <a:prstGeom prst="rect">
            <a:avLst/>
          </a:prstGeom>
          <a:solidFill>
            <a:schemeClr val="bg2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0128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Token issued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(e.g. L-004)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36592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Waits: live position and est. 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98464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3056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Staff calls next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(priority first)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24928" y="2029968"/>
            <a:ext cx="16459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1600200"/>
            <a:ext cx="1261872" cy="8686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1600200"/>
            <a:ext cx="1261872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Served: Complete or Skip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Key features</a:t>
            </a:r>
            <a:endParaRPr lang="en-US" sz="1400" dirty="0"/>
          </a:p>
        </p:txBody>
      </p:sp>
      <p:sp>
        <p:nvSpPr>
          <p:cNvPr id="22" name="Feature 1"/>
          <p:cNvSpPr/>
          <p:nvPr/>
        </p:nvSpPr>
        <p:spPr>
          <a:xfrm>
            <a:off x="548640" y="3063240"/>
            <a:ext cx="2560320" cy="5669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063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 service queues</a:t>
            </a:r>
            <a:endParaRPr lang="en-US" sz="1300" dirty="0"/>
          </a:p>
        </p:txBody>
      </p:sp>
      <p:sp>
        <p:nvSpPr>
          <p:cNvPr id="24" name="Feature 2"/>
          <p:cNvSpPr/>
          <p:nvPr/>
        </p:nvSpPr>
        <p:spPr>
          <a:xfrm>
            <a:off x="3291840" y="3063240"/>
            <a:ext cx="2560320" cy="5669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91840" y="3063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Staff-set priority</a:t>
            </a:r>
            <a:endParaRPr lang="en-US" sz="1300" dirty="0"/>
          </a:p>
        </p:txBody>
      </p:sp>
      <p:sp>
        <p:nvSpPr>
          <p:cNvPr id="26" name="Feature 3"/>
          <p:cNvSpPr/>
          <p:nvPr/>
        </p:nvSpPr>
        <p:spPr>
          <a:xfrm>
            <a:off x="6035040" y="3063240"/>
            <a:ext cx="2560320" cy="56692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3063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Live display board</a:t>
            </a:r>
            <a:endParaRPr lang="en-US" sz="1300" dirty="0"/>
          </a:p>
        </p:txBody>
      </p:sp>
      <p:sp>
        <p:nvSpPr>
          <p:cNvPr id="28" name="Feature 4"/>
          <p:cNvSpPr/>
          <p:nvPr/>
        </p:nvSpPr>
        <p:spPr>
          <a:xfrm>
            <a:off x="548640" y="3794760"/>
            <a:ext cx="256032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794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Wait-time estimate</a:t>
            </a:r>
            <a:endParaRPr lang="en-US" sz="1300" dirty="0"/>
          </a:p>
        </p:txBody>
      </p:sp>
      <p:sp>
        <p:nvSpPr>
          <p:cNvPr id="30" name="Feature 5"/>
          <p:cNvSpPr/>
          <p:nvPr/>
        </p:nvSpPr>
        <p:spPr>
          <a:xfrm>
            <a:off x="3291840" y="3794760"/>
            <a:ext cx="2560320" cy="56692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91840" y="3794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Walk-in tokens</a:t>
            </a:r>
            <a:endParaRPr lang="en-US" sz="1300" dirty="0"/>
          </a:p>
        </p:txBody>
      </p:sp>
      <p:sp>
        <p:nvSpPr>
          <p:cNvPr id="32" name="Feature 6"/>
          <p:cNvSpPr/>
          <p:nvPr/>
        </p:nvSpPr>
        <p:spPr>
          <a:xfrm>
            <a:off x="6035040" y="3794760"/>
            <a:ext cx="2560320" cy="5669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35040" y="37947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Daily statistics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MODULES</a:t>
            </a:r>
            <a:endParaRPr lang="en-US" sz="26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09728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odule accent 1"/>
          <p:cNvSpPr/>
          <p:nvPr/>
        </p:nvSpPr>
        <p:spPr>
          <a:xfrm>
            <a:off x="457200" y="109728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User Authentication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Student register / login, staff login, SHA-256 passwords</a:t>
            </a:r>
            <a:endParaRPr lang="en-US" sz="1100" dirty="0"/>
          </a:p>
        </p:txBody>
      </p:sp>
      <p:sp>
        <p:nvSpPr>
          <p:cNvPr id="8" name="Module card 2"/>
          <p:cNvSpPr/>
          <p:nvPr/>
        </p:nvSpPr>
        <p:spPr>
          <a:xfrm>
            <a:off x="3264408" y="109728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odule accent 2"/>
          <p:cNvSpPr/>
          <p:nvPr/>
        </p:nvSpPr>
        <p:spPr>
          <a:xfrm>
            <a:off x="3264408" y="109728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4136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374136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Token Generation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74136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Unique token per service, one active token per student</a:t>
            </a:r>
            <a:endParaRPr lang="en-US" sz="1100" dirty="0"/>
          </a:p>
        </p:txBody>
      </p:sp>
      <p:sp>
        <p:nvSpPr>
          <p:cNvPr id="13" name="Module card 3"/>
          <p:cNvSpPr/>
          <p:nvPr/>
        </p:nvSpPr>
        <p:spPr>
          <a:xfrm>
            <a:off x="6071616" y="109728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odule accent 3"/>
          <p:cNvSpPr/>
          <p:nvPr/>
        </p:nvSpPr>
        <p:spPr>
          <a:xfrm>
            <a:off x="6071616" y="109728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81344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181344" y="1719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Queue Management &amp; Priority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81344" y="20848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Ordered queue, priority first, call next</a:t>
            </a:r>
            <a:endParaRPr lang="en-US" sz="1100" dirty="0"/>
          </a:p>
        </p:txBody>
      </p:sp>
      <p:sp>
        <p:nvSpPr>
          <p:cNvPr id="18" name="Module card 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Module accent 4"/>
          <p:cNvSpPr/>
          <p:nvPr/>
        </p:nvSpPr>
        <p:spPr>
          <a:xfrm>
            <a:off x="457200" y="288036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502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Counter Service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Complete, skip (no-show), walk-in tokens</a:t>
            </a:r>
            <a:endParaRPr lang="en-US" sz="1100" dirty="0"/>
          </a:p>
        </p:txBody>
      </p:sp>
      <p:sp>
        <p:nvSpPr>
          <p:cNvPr id="23" name="Module card 5"/>
          <p:cNvSpPr/>
          <p:nvPr/>
        </p:nvSpPr>
        <p:spPr>
          <a:xfrm>
            <a:off x="3264408" y="28803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Module accent 5"/>
          <p:cNvSpPr/>
          <p:nvPr/>
        </p:nvSpPr>
        <p:spPr>
          <a:xfrm>
            <a:off x="3264408" y="288036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74136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374136" y="3502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Tracking &amp; Wait Estimation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374136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Live position, estimated time, notifications</a:t>
            </a:r>
            <a:endParaRPr lang="en-US" sz="1100" dirty="0"/>
          </a:p>
        </p:txBody>
      </p:sp>
      <p:sp>
        <p:nvSpPr>
          <p:cNvPr id="28" name="Module card 6"/>
          <p:cNvSpPr/>
          <p:nvPr/>
        </p:nvSpPr>
        <p:spPr>
          <a:xfrm>
            <a:off x="6071616" y="288036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Module accent 6"/>
          <p:cNvSpPr/>
          <p:nvPr/>
        </p:nvSpPr>
        <p:spPr>
          <a:xfrm>
            <a:off x="6071616" y="2880360"/>
            <a:ext cx="265176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81344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181344" y="3502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Display Board &amp; Data Storage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181344" y="386791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Now Serving board, files, daily statistics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TOKEN GENERATION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Purpose: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gives every student a unique token for the chosen service.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Numbering: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each service has its own series (O-001, L-002, F-003 ...) that restarts every day.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Fair use: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student can hold only one active token per service.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Priority: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decided by the staff after checking ID (senior citizen, differently-abled, emergency); students cannot self-select it.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Status: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every new token starts as WAITING and is saved with its issue time.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Implemented in: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QueueService.issueToken(), issueWalkIn(), StudentPanel.getToken()</a:t>
            </a:r>
            <a:endParaRPr lang="en-US" sz="1050" dirty="0"/>
          </a:p>
        </p:txBody>
      </p:sp>
      <p:sp>
        <p:nvSpPr>
          <p:cNvPr id="5" name="Code head"/>
          <p:cNvSpPr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QueueService.java - issueToken()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411480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371600"/>
            <a:ext cx="39776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synchronized Token issueToken(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studentId, String 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ServiceType service, boolean priority,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walkIn)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one active token per student/service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max 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(Token t : tokens)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(t.date.equals(today())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t.service == service)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 = Math.max(max, t.number);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 t = new Token();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t.number   = max + 1;   // L-001, L-002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t.priority = priority;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t.status   = Token.Status.WAITING;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t.issuedAt = now();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tokens.add(t);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saveTokens();   // saved to tokens.txt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2: QUEUE AND PRIORITY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Ordering rule: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staff-approved priority tokens first, then token number (first come first served).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Call Next: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staff pick a service and counter; the first waiting token becomes SERVING.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Two counters: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each service has two counters that can serve at the same time.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Safety checks: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busy counter cannot call again until the token is completed or skipped.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Skip: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no-show students are marked SKIPPED so the line keeps moving.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Implemented in: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QueueService.waitingList(), callNext(), complete(), skip(), StaffPanel</a:t>
            </a:r>
            <a:endParaRPr lang="en-US" sz="1050" dirty="0"/>
          </a:p>
        </p:txBody>
      </p:sp>
      <p:sp>
        <p:nvSpPr>
          <p:cNvPr id="5" name="Code head"/>
          <p:cNvSpPr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QueueService.java - waitingList() and callNext()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411480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371600"/>
            <a:ext cx="39776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queue order: priority first, then 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tokens.stream()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.filter(t -&gt; t.date.equals(today())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&amp;&amp; t.service == 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&amp;&amp; t.status == Token.Status.WAITING)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.sorted(Comparator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.comparing((Token t) -&gt; !t.priority)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.thenComparingInt(t -&gt; t.number))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.collect(Collectors.toList());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 Next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t = waitingList(s).get(0);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t.status   = Token.Status.SERVING;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t.counter  = counter;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t.calledAt = now();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saveTokens();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TRACKING AND WAIT TIME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Live position: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students see their place in the queue, refreshed every 2 seconds.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Smart estimate: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waiting time uses today's real service times, blended with a default value.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Alert: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pop-up tells the student when the token is called and which counter to visit.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Display board: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 public screen shows the token now serving at every counter.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Statistics: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staff see waiting, completed, average service time and average waiting time.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069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Implemented in: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QueueService.position(), estimatedWait(), avgServiceMinutes(), StudentPanel, BoardPanel</a:t>
            </a:r>
            <a:endParaRPr lang="en-US" sz="1050" dirty="0"/>
          </a:p>
        </p:txBody>
      </p:sp>
      <p:sp>
        <p:nvSpPr>
          <p:cNvPr id="5" name="Code head"/>
          <p:cNvSpPr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27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QueueService.java - estimatedWait()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4114800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5152" y="1371600"/>
            <a:ext cx="397764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average service time (smoothed)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(s.defaultMinutes * 3 + sum)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/ (3 + n);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estimated wait for a waiting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pos = position(t);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perToken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avgServiceMinutes(t.service)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 t.service.counters;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(int) Math.ceil(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(pos - 1) * perToken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+ perToken / 2.0);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StudentPanel: Swing Timer refresh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 = new Timer(2000,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 -&gt; refresh());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1: STUDENT SIDE</a:t>
            </a:r>
            <a:endParaRPr lang="en-US" sz="2600" dirty="0"/>
          </a:p>
        </p:txBody>
      </p:sp>
      <p:pic>
        <p:nvPicPr>
          <p:cNvPr id="3" name="Image 0" descr="Student selects a service; priority is decided by staff, not the stud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114800" cy="1785823"/>
          </a:xfrm>
          <a:prstGeom prst="rect">
            <a:avLst/>
          </a:prstGeom>
        </p:spPr>
      </p:pic>
      <p:pic>
        <p:nvPicPr>
          <p:cNvPr id="4" name="Image 1" descr="After getting a token: live position, estimated wait and status deta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114800" cy="23618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3504895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Student selects a service; priority is decided by staff, not the student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504895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After getting a token: live position, estimated wait and status details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2: STAFF SIDE AND BOARD</a:t>
            </a:r>
            <a:endParaRPr lang="en-US" sz="2600" dirty="0"/>
          </a:p>
        </p:txBody>
      </p:sp>
      <p:pic>
        <p:nvPicPr>
          <p:cNvPr id="3" name="Image 0" descr="Staff dashboard: Call Next, Complete, Skip, Priority On/Off, walk-in, statist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4114800" cy="1773105"/>
          </a:xfrm>
          <a:prstGeom prst="rect">
            <a:avLst/>
          </a:prstGeom>
        </p:spPr>
      </p:pic>
      <p:pic>
        <p:nvPicPr>
          <p:cNvPr id="4" name="Image 1" descr="Public 'Now Serving' board with the token at every coun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114800" cy="222199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65760" y="3364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Staff dashboard: Call Next, Complete, Skip, Priority On/Off, walk-in, statistics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364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Public 'Now Serving' board with the token at every counter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182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ENHANCEMENT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Queue Management System gives every student a token, serves students in an organised order with priority handling and shows live position and waiting time. Staff manage five college services from one screen, and a display board removes crowding at the counters. The Java logic passed all 20 self-tests.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16352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SMS / e-mail / mobile alerts when the token is near.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Move storage to MySQL using JDBC for many users.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QR-code token and online appointment booking.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Voice announcement and reports on peak hours.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080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Queries?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CT Project Review">
  <a:themeElements>
    <a:clrScheme name="KRCT Project Review">
      <a:dk1>
        <a:srgbClr val="000000"/>
      </a:dk1>
      <a:lt1>
        <a:srgbClr val="FFFFFF"/>
      </a:lt1>
      <a:dk2>
        <a:srgbClr val="333333"/>
      </a:dk2>
      <a:lt2>
        <a:srgbClr val="F2F5FA"/>
      </a:lt2>
      <a:accent1>
        <a:srgbClr val="FF0066"/>
      </a:accent1>
      <a:accent2>
        <a:srgbClr val="0000FF"/>
      </a:accent2>
      <a:accent3>
        <a:srgbClr val="1B2A57"/>
      </a:accent3>
      <a:accent4>
        <a:srgbClr val="0E8C85"/>
      </a:accent4>
      <a:accent5>
        <a:srgbClr val="E08A00"/>
      </a:accent5>
      <a:accent6>
        <a:srgbClr val="C62F4B"/>
      </a:accent6>
      <a:hlink>
        <a:srgbClr val="0000FF"/>
      </a:hlink>
      <a:folHlink>
        <a:srgbClr val="800080"/>
      </a:folHlink>
    </a:clrScheme>
    <a:fontScheme name="KRCT Project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 Management System for College Services Using Java</dc:title>
  <dc:subject>PptxGenJS Presentation</dc:subject>
  <dc:creator>PptxGenJS</dc:creator>
  <cp:lastModifiedBy>PptxGenJS</cp:lastModifiedBy>
  <cp:revision>1</cp:revision>
  <dcterms:created xsi:type="dcterms:W3CDTF">2026-10-09T02:30:16Z</dcterms:created>
  <dcterms:modified xsi:type="dcterms:W3CDTF">2026-10-09T02:30:16Z</dcterms:modified>
</cp:coreProperties>
</file>